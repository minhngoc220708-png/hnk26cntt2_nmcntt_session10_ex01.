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01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Phí đối tác &amp;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B-4800-BC3A-2B7715B09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5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8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57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4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0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7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1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5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7939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0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3576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44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96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6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CC5D3-0F6E-4802-B0EA-015F2BAB9372}" type="datetimeFigureOut">
              <a:rPr lang="en-US" smtClean="0"/>
              <a:t>26/10/2026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043C34-1B2C-4EB1-A574-F87CCE49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3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0209" y="3222955"/>
            <a:ext cx="5142842" cy="1655762"/>
          </a:xfrm>
        </p:spPr>
        <p:txBody>
          <a:bodyPr>
            <a:noAutofit/>
          </a:bodyPr>
          <a:lstStyle/>
          <a:p>
            <a:pPr algn="l"/>
            <a:r>
              <a:rPr lang="en-US" sz="4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LỖ LÃI</a:t>
            </a:r>
          </a:p>
          <a:p>
            <a:pPr algn="l"/>
            <a:r>
              <a:rPr lang="en-US" sz="48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 5/202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6341" y="248194"/>
            <a:ext cx="4164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n w="0"/>
                <a:solidFill>
                  <a:schemeClr val="accent2">
                    <a:lumMod val="50000"/>
                  </a:schemeClr>
                </a:solidFill>
              </a:rPr>
              <a:t>PAY KX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668" y="2936069"/>
            <a:ext cx="3774332" cy="3921931"/>
          </a:xfrm>
          <a:prstGeom prst="rect">
            <a:avLst/>
          </a:prstGeom>
        </p:spPr>
      </p:pic>
      <p:sp>
        <p:nvSpPr>
          <p:cNvPr id="8" name="Minus 7"/>
          <p:cNvSpPr/>
          <p:nvPr/>
        </p:nvSpPr>
        <p:spPr>
          <a:xfrm>
            <a:off x="822961" y="5029200"/>
            <a:ext cx="4911634" cy="78377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009806" cy="144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677334" y="6041362"/>
            <a:ext cx="8596668" cy="55538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46015" y="1500494"/>
            <a:ext cx="2112314" cy="453229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12,45 </a:t>
            </a:r>
          </a:p>
          <a:p>
            <a:pPr algn="ctr"/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VNĐ</a:t>
            </a:r>
          </a:p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+18,6%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T4/2024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901338" y="4963886"/>
            <a:ext cx="274320" cy="2351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1619794"/>
            <a:ext cx="957532" cy="10865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68729" y="1483345"/>
            <a:ext cx="2112314" cy="453229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7,28</a:t>
            </a:r>
          </a:p>
          <a:p>
            <a:pPr algn="ctr"/>
            <a:r>
              <a:rPr lang="en-US" sz="1600" dirty="0" err="1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VNĐ</a:t>
            </a:r>
          </a:p>
          <a:p>
            <a:pPr algn="ctr"/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+12,1%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T4/2024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02" y="1701341"/>
            <a:ext cx="1134168" cy="990146"/>
          </a:xfrm>
          <a:prstGeom prst="rect">
            <a:avLst/>
          </a:prstGeom>
        </p:spPr>
      </p:pic>
      <p:sp>
        <p:nvSpPr>
          <p:cNvPr id="10" name="Isosceles Triangle 9"/>
          <p:cNvSpPr/>
          <p:nvPr/>
        </p:nvSpPr>
        <p:spPr>
          <a:xfrm>
            <a:off x="3976007" y="4963886"/>
            <a:ext cx="274320" cy="23513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606611" y="1474770"/>
            <a:ext cx="2090057" cy="45494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Nhuận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Gộp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5,17</a:t>
            </a:r>
          </a:p>
          <a:p>
            <a:pPr algn="ctr"/>
            <a:r>
              <a:rPr lang="en-US" sz="16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VNĐ</a:t>
            </a:r>
          </a:p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+27,4%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T4/2024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998" y="1793123"/>
            <a:ext cx="1119281" cy="849767"/>
          </a:xfrm>
          <a:prstGeom prst="rect">
            <a:avLst/>
          </a:prstGeom>
        </p:spPr>
      </p:pic>
      <p:sp>
        <p:nvSpPr>
          <p:cNvPr id="14" name="Isosceles Triangle 13"/>
          <p:cNvSpPr/>
          <p:nvPr/>
        </p:nvSpPr>
        <p:spPr>
          <a:xfrm>
            <a:off x="6967775" y="4963885"/>
            <a:ext cx="274320" cy="235131"/>
          </a:xfrm>
          <a:prstGeom prst="triangl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22236" y="1466197"/>
            <a:ext cx="2090057" cy="45494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huận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Thuế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2,89</a:t>
            </a:r>
          </a:p>
          <a:p>
            <a:pPr algn="ctr"/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VNĐ</a:t>
            </a:r>
          </a:p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+31,2%</a:t>
            </a: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T4/2024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4402" y="1793123"/>
            <a:ext cx="925543" cy="773815"/>
          </a:xfrm>
          <a:prstGeom prst="rect">
            <a:avLst/>
          </a:prstGeom>
        </p:spPr>
      </p:pic>
      <p:sp>
        <p:nvSpPr>
          <p:cNvPr id="18" name="Isosceles Triangle 17"/>
          <p:cNvSpPr/>
          <p:nvPr/>
        </p:nvSpPr>
        <p:spPr>
          <a:xfrm>
            <a:off x="10042444" y="4963884"/>
            <a:ext cx="274320" cy="235131"/>
          </a:xfrm>
          <a:prstGeom prst="triangle">
            <a:avLst/>
          </a:prstGeom>
          <a:solidFill>
            <a:srgbClr val="FF740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0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83" y="191588"/>
            <a:ext cx="5462208" cy="1320800"/>
          </a:xfrm>
        </p:spPr>
        <p:txBody>
          <a:bodyPr>
            <a:normAutofit/>
          </a:bodyPr>
          <a:lstStyle/>
          <a:p>
            <a:r>
              <a:rPr lang="en-US" dirty="0" smtClean="0"/>
              <a:t>DOANH THU THUẦN </a:t>
            </a:r>
            <a:r>
              <a:rPr lang="en-US" sz="1800" dirty="0" smtClean="0"/>
              <a:t>(</a:t>
            </a:r>
            <a:r>
              <a:rPr lang="en-US" sz="1800" dirty="0" err="1"/>
              <a:t>T</a:t>
            </a:r>
            <a:r>
              <a:rPr lang="en-US" sz="1800" dirty="0" err="1" smtClean="0"/>
              <a:t>ỷ</a:t>
            </a:r>
            <a:r>
              <a:rPr lang="en-US" sz="1800" dirty="0" smtClean="0"/>
              <a:t> VNĐ)</a:t>
            </a:r>
            <a:endParaRPr lang="en-US" sz="1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96887"/>
              </p:ext>
            </p:extLst>
          </p:nvPr>
        </p:nvGraphicFramePr>
        <p:xfrm>
          <a:off x="5199018" y="2573383"/>
          <a:ext cx="7406186" cy="3808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86" y="2116183"/>
            <a:ext cx="4900505" cy="413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78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     </vt:lpstr>
      <vt:lpstr>Tổng quan kết quả</vt:lpstr>
      <vt:lpstr>DOANH THU THUẦN (Tỷ VNĐ)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</dc:title>
  <dc:creator>admin</dc:creator>
  <cp:lastModifiedBy>admin</cp:lastModifiedBy>
  <cp:revision>7</cp:revision>
  <dcterms:created xsi:type="dcterms:W3CDTF">2026-10-26T03:56:45Z</dcterms:created>
  <dcterms:modified xsi:type="dcterms:W3CDTF">2026-10-26T04:48:12Z</dcterms:modified>
</cp:coreProperties>
</file>